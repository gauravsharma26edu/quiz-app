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9"/>
  </p:notesMasterIdLst>
  <p:sldIdLst>
    <p:sldId id="285" r:id="rId2"/>
    <p:sldId id="286" r:id="rId3"/>
    <p:sldId id="277" r:id="rId4"/>
    <p:sldId id="258" r:id="rId5"/>
    <p:sldId id="259" r:id="rId6"/>
    <p:sldId id="278" r:id="rId7"/>
    <p:sldId id="268" r:id="rId8"/>
    <p:sldId id="279" r:id="rId9"/>
    <p:sldId id="269" r:id="rId10"/>
    <p:sldId id="270" r:id="rId11"/>
    <p:sldId id="280" r:id="rId12"/>
    <p:sldId id="271" r:id="rId13"/>
    <p:sldId id="281" r:id="rId14"/>
    <p:sldId id="261" r:id="rId15"/>
    <p:sldId id="274" r:id="rId16"/>
    <p:sldId id="263" r:id="rId17"/>
    <p:sldId id="264" r:id="rId18"/>
    <p:sldId id="265" r:id="rId19"/>
    <p:sldId id="272" r:id="rId20"/>
    <p:sldId id="275" r:id="rId21"/>
    <p:sldId id="267" r:id="rId22"/>
    <p:sldId id="276" r:id="rId23"/>
    <p:sldId id="282" r:id="rId24"/>
    <p:sldId id="273" r:id="rId25"/>
    <p:sldId id="283" r:id="rId26"/>
    <p:sldId id="287" r:id="rId27"/>
    <p:sldId id="260" r:id="rId28"/>
  </p:sldIdLst>
  <p:sldSz cx="12192000" cy="6858000"/>
  <p:notesSz cx="6858000" cy="9144000"/>
  <p:embeddedFontLst>
    <p:embeddedFont>
      <p:font typeface="Proxima Nova" panose="020B0604020202020204" charset="0"/>
      <p:regular r:id="rId30"/>
    </p:embeddedFont>
    <p:embeddedFont>
      <p:font typeface="Trebuchet MS" panose="020B0603020202020204" pitchFamily="34" charset="0"/>
      <p:regular r:id="rId31"/>
      <p:bold r:id="rId32"/>
      <p:italic r:id="rId33"/>
      <p:bold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E418EE-A896-43A1-B218-FA1F087A6B3E}" v="16" dt="2026-03-08T08:46:01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howGuides="1">
      <p:cViewPr varScale="1">
        <p:scale>
          <a:sx n="75" d="100"/>
          <a:sy n="75" d="100"/>
        </p:scale>
        <p:origin x="874" y="58"/>
      </p:cViewPr>
      <p:guideLst>
        <p:guide orient="horz" pos="2185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Proxima Nova" panose="020B0604020202020204" charset="0"/>
        <a:ea typeface="Proxima Nova" panose="020B0604020202020204" charset="0"/>
        <a:cs typeface="Calibri" panose="020F0502020204030204" pitchFamily="34" charset="0"/>
        <a:sym typeface="Arial" panose="020B0604020202020204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46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20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85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557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7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0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6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1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5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976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9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Proxima Nova" panose="020B0604020202020204" charset="0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Proxima Nova" panose="020B0604020202020204" charset="0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4512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342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Proxima Nova" panose="020B0604020202020204" charset="0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Proxima Nova" panose="020B060402020202020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274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188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38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04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66720" y="1427520"/>
            <a:ext cx="5040960" cy="141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>
                <a:latin typeface="Calibri" panose="020F0502020204030204" pitchFamily="34" charset="0"/>
              </a:defRPr>
            </a:lvl1pPr>
          </a:lstStyle>
          <a:p>
            <a:pPr indent="0">
              <a:buNone/>
            </a:pPr>
            <a:endParaRPr lang="fr-FR" sz="24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267" b="0" strike="noStrike" spc="-1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36523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0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508A8F-3B06-F26E-E54F-545F4B7B3A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090477" cy="2090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840504-E093-76CB-ECA0-71C22AD506E2}"/>
              </a:ext>
            </a:extLst>
          </p:cNvPr>
          <p:cNvSpPr txBox="1"/>
          <p:nvPr/>
        </p:nvSpPr>
        <p:spPr>
          <a:xfrm>
            <a:off x="256210" y="2748280"/>
            <a:ext cx="5352110" cy="3486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Member – </a:t>
            </a:r>
          </a:p>
          <a:p>
            <a:pPr>
              <a:lnSpc>
                <a:spcPct val="150000"/>
              </a:lnSpc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Gaurav Kumar Sharma(22154149010)</a:t>
            </a:r>
          </a:p>
          <a:p>
            <a:pPr>
              <a:lnSpc>
                <a:spcPct val="150000"/>
              </a:lnSpc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Mohit Kumar(22154149004)</a:t>
            </a:r>
          </a:p>
          <a:p>
            <a:pPr>
              <a:lnSpc>
                <a:spcPct val="150000"/>
              </a:lnSpc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Ritesh Kumar(22154149019)</a:t>
            </a:r>
          </a:p>
          <a:p>
            <a:pPr>
              <a:lnSpc>
                <a:spcPct val="150000"/>
              </a:lnSpc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Suruchi Kumari(22154149015)</a:t>
            </a:r>
          </a:p>
          <a:p>
            <a:pPr>
              <a:lnSpc>
                <a:spcPct val="150000"/>
              </a:lnSpc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Branch – CSE </a:t>
            </a:r>
          </a:p>
          <a:p>
            <a:pPr>
              <a:lnSpc>
                <a:spcPct val="150000"/>
              </a:lnSpc>
            </a:pP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Semester - 7</a:t>
            </a:r>
            <a:r>
              <a:rPr lang="en-US" sz="2200" b="1" baseline="3000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00444-E618-5354-DA9E-61AC493EDF77}"/>
              </a:ext>
            </a:extLst>
          </p:cNvPr>
          <p:cNvSpPr txBox="1"/>
          <p:nvPr/>
        </p:nvSpPr>
        <p:spPr>
          <a:xfrm>
            <a:off x="6173305" y="2748280"/>
            <a:ext cx="497221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Under the Guidance of:</a:t>
            </a:r>
          </a:p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Mr. Gaurav Kumar</a:t>
            </a:r>
          </a:p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Assistant Professor, CSE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2E5C0-D83F-464B-AF32-760CC6A4A7A5}"/>
              </a:ext>
            </a:extLst>
          </p:cNvPr>
          <p:cNvSpPr txBox="1"/>
          <p:nvPr/>
        </p:nvSpPr>
        <p:spPr>
          <a:xfrm>
            <a:off x="2127142" y="1035804"/>
            <a:ext cx="6771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                     </a:t>
            </a:r>
            <a:r>
              <a:rPr lang="en-US" sz="3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Project Report on</a:t>
            </a:r>
          </a:p>
          <a:p>
            <a:pPr algn="just"/>
            <a:r>
              <a:rPr lang="en-US" sz="3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“QUIZ APP”</a:t>
            </a: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00695" y="-119839"/>
            <a:ext cx="8418666" cy="995680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b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Engineering College, Gopalganj</a:t>
            </a:r>
            <a:endParaRPr lang="fr-FR" sz="3000" b="1" spc="-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3F6B-42AD-2CAB-B907-36DB35BD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3440"/>
            <a:ext cx="5040960" cy="1411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6CF3E-89D9-F3BF-A331-F8862601C7E0}"/>
              </a:ext>
            </a:extLst>
          </p:cNvPr>
          <p:cNvSpPr txBox="1"/>
          <p:nvPr/>
        </p:nvSpPr>
        <p:spPr>
          <a:xfrm>
            <a:off x="477520" y="1348800"/>
            <a:ext cx="849376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Objectives of the project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System Modules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Frontend Highlight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Backend API structure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Database Design(MongoDB)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Authentication Flow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Features of the app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Advantages of the system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Future Enhancement  &amp; Conclusion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7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546028-9456-6B67-FF10-FB978053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15" y="365125"/>
            <a:ext cx="10687685" cy="1555115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C8A5BC-9AEA-D1A1-EBFC-188235FF49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481" y="1009026"/>
            <a:ext cx="90932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Traditional quiz systems are mostly manual and time-consuming.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Managing quizzes for many students is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Teachers need an efficient way to create and manage quizzes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Students require a platform where they can attempt quizzes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Manual evaluation can cause errors and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200" dirty="0">
              <a:solidFill>
                <a:schemeClr val="tx1"/>
              </a:solidFill>
              <a:latin typeface="Proxima Nova" panose="020B060402020202020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br>
              <a:rPr lang="en-US" sz="2200" dirty="0"/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develop an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Online Quiz Application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that allows admins to create quizzes and students to attempt them easily with automatic result generation.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8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646113" y="600948"/>
            <a:ext cx="2320909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SzPts val="2400"/>
              <a:buFont typeface="Proxima Nova" panose="02000506030000020004"/>
              <a:buNone/>
            </a:pPr>
            <a:r>
              <a:rPr lang="en-IN" sz="3200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Quiz App</a:t>
            </a:r>
          </a:p>
        </p:txBody>
      </p:sp>
      <p:sp>
        <p:nvSpPr>
          <p:cNvPr id="100" name="Google Shape;100;p3"/>
          <p:cNvSpPr txBox="1"/>
          <p:nvPr/>
        </p:nvSpPr>
        <p:spPr>
          <a:xfrm>
            <a:off x="646113" y="966117"/>
            <a:ext cx="85911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US" sz="3200" b="0" i="0" u="none" strike="noStrike" cap="none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                        </a:t>
            </a:r>
            <a:endParaRPr lang="en-US" sz="2400" dirty="0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933450" y="1504315"/>
            <a:ext cx="4795520" cy="434784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/>
          <a:stretch>
            <a:fillRect/>
          </a:stretch>
        </p:blipFill>
        <p:spPr>
          <a:xfrm>
            <a:off x="5871210" y="2355850"/>
            <a:ext cx="3724275" cy="2644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646430" y="1124585"/>
            <a:ext cx="8474710" cy="87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                                           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altLang="en-US" sz="3600" b="1" i="0" u="none" strike="noStrike" cap="none" dirty="0">
                <a:solidFill>
                  <a:srgbClr val="FF000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Project Overview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None/>
            </a:pPr>
            <a:endParaRPr lang="en-US" altLang="en-US" sz="2400" b="1" i="0" u="none" strike="noStrike" cap="none" dirty="0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IN" altLang="en-US" sz="2200" b="1" i="0" u="none" strike="noStrike" cap="none" dirty="0">
                <a:solidFill>
                  <a:srgbClr val="00B0F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</a:t>
            </a:r>
            <a:r>
              <a:rPr lang="en-US" altLang="en-US" sz="2200" b="1" i="0" u="none" strike="noStrike" cap="none" dirty="0">
                <a:solidFill>
                  <a:srgbClr val="00B0F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Purpose:</a:t>
            </a:r>
            <a:r>
              <a:rPr lang="en-US" altLang="en-US" sz="2200" b="1" i="0" u="none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 </a:t>
            </a:r>
            <a:r>
              <a:rPr lang="en-US" altLang="en-US" sz="2200" b="0" i="0" u="none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Online Quiz Platform for Admins &amp; Students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US" altLang="en-US" sz="2400" b="1" i="0" u="none" strike="noStrike" cap="none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   </a:t>
            </a:r>
            <a:endParaRPr lang="en-US" altLang="en-US" sz="2400" b="0" i="0" u="none" strike="noStrike" cap="none" dirty="0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US" altLang="en-US" sz="2400" b="0" i="0" u="none" strike="noStrike" cap="none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          </a:t>
            </a:r>
            <a:endParaRPr lang="en-US" altLang="en-US" sz="2400" b="1" i="0" u="none" strike="noStrike" cap="none" dirty="0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US" altLang="en-US" sz="2400" b="1" i="0" u="none" strike="noStrike" cap="none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 </a:t>
            </a:r>
            <a:endParaRPr lang="en-US" altLang="en-US" sz="2400" b="0" i="0" u="none" strike="noStrike" cap="none" dirty="0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46430" y="2538730"/>
            <a:ext cx="6096000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IN" altLang="en-US" sz="2400" b="1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altLang="en-US" sz="2400" b="1" dirty="0">
                <a:solidFill>
                  <a:srgbClr val="00B0F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Tech Stack:</a:t>
            </a:r>
            <a:endParaRPr lang="en-US" altLang="en-US" sz="2400" b="1" i="0" u="none" strike="noStrike" cap="none" dirty="0">
              <a:solidFill>
                <a:srgbClr val="00B0F0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Frontend: React, Vite, Material-UI</a:t>
            </a:r>
            <a:endParaRPr lang="en-US" altLang="en-US" sz="22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Proxima Nova" panose="02000506030000020004"/>
              <a:cs typeface="Arial" panose="020B0604020202020204" pitchFamily="34" charset="0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None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  Backend: Node.js, Express</a:t>
            </a:r>
            <a:endParaRPr lang="en-US" altLang="en-US" sz="2200" b="0" i="0" u="none" strike="noStrike" cap="none" dirty="0">
              <a:solidFill>
                <a:schemeClr val="tx1"/>
              </a:solidFill>
              <a:latin typeface="Arial" panose="020B0604020202020204" pitchFamily="34" charset="0"/>
              <a:ea typeface="Proxima Nova" panose="02000506030000020004"/>
              <a:cs typeface="Arial" panose="020B0604020202020204" pitchFamily="34" charset="0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 pitchFamily="34" charset="0"/>
              <a:buNone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  Database: MongoDB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5770880" y="2538730"/>
            <a:ext cx="6421120" cy="3559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C3BF-D2D4-13C2-C7A7-3D0758D0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A74784-C2DB-EFAC-6A4A-B1EA5D27CA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35928"/>
            <a:ext cx="889338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develop a web-based quiz platform for students and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provide a secure login and authentication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allow admins to create, update, and delete quizzes.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enable students to attempt quizzes online.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automatically calculate scores and display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store quiz data and results in a database.</a:t>
            </a:r>
          </a:p>
        </p:txBody>
      </p:sp>
    </p:spTree>
    <p:extLst>
      <p:ext uri="{BB962C8B-B14F-4D97-AF65-F5344CB8AC3E}">
        <p14:creationId xmlns:p14="http://schemas.microsoft.com/office/powerpoint/2010/main" val="1877938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48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altLang="en-US" dirty="0"/>
              <a:t>                                    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marL="114300" indent="0">
              <a:buNone/>
            </a:pPr>
            <a:endParaRPr lang="en-US" altLang="en-US" dirty="0"/>
          </a:p>
          <a:p>
            <a:pPr marL="114300" indent="0">
              <a:buNone/>
            </a:pPr>
            <a:r>
              <a:rPr lang="en-US" alt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Diagram: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Frontend (Vite/React) → Backend (Express) → MongoDB</a:t>
            </a:r>
          </a:p>
          <a:p>
            <a:pPr marL="114300" indent="0">
              <a:buNone/>
            </a:pP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alt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Components:</a:t>
            </a: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Frontend: Quiz Editor, Dashboard, User Views</a:t>
            </a:r>
          </a:p>
          <a:p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Backend: REST API, Auth Middleware</a:t>
            </a:r>
          </a:p>
          <a:p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Database: Quiz, User, Result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743E-B702-9384-30B0-36BEE00D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09600"/>
            <a:ext cx="8715202" cy="108712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Modules</a:t>
            </a:r>
            <a:br>
              <a:rPr lang="en-US" dirty="0">
                <a:solidFill>
                  <a:srgbClr val="FF0000"/>
                </a:solidFill>
                <a:latin typeface="Proxima Nova" panose="020B0604020202020204" charset="0"/>
              </a:rPr>
            </a:br>
            <a:br>
              <a:rPr lang="en-US" dirty="0">
                <a:solidFill>
                  <a:srgbClr val="FF0000"/>
                </a:solidFill>
                <a:latin typeface="Proxima Nova" panose="020B0604020202020204" charset="0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Quiz Application consists of two main modules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700" dirty="0">
                <a:latin typeface="Proxima Nova" panose="020B0604020202020204" charset="0"/>
                <a:cs typeface="Calibri" panose="020F0502020204030204" pitchFamily="34" charset="0"/>
              </a:rPr>
            </a:br>
            <a:endParaRPr lang="en-US" sz="2700" dirty="0">
              <a:solidFill>
                <a:srgbClr val="FF0000"/>
              </a:solidFill>
              <a:latin typeface="Proxima Nova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A4D72-CE44-CE63-0A0D-999E5C70D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863" y="1971041"/>
            <a:ext cx="4504266" cy="4070321"/>
          </a:xfrm>
        </p:spPr>
        <p:txBody>
          <a:bodyPr>
            <a:norm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Admin Module                                      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Admin login authentication                           Student login and authentication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Create and manage quizzes                                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Edit and delete quiz questions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View student results and performance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2FC4B1-014D-9FB1-2115-D2AB45B09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5601" y="2448560"/>
            <a:ext cx="4224484" cy="3663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Student Module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Student login and authentication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View available quizzes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Attempt quizzes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View scores and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87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783590"/>
            <a:ext cx="10515600" cy="5393690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dirty="0"/>
              <a:t>                                          </a:t>
            </a:r>
          </a:p>
          <a:p>
            <a:pPr marL="114300" indent="0"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Highlight</a:t>
            </a:r>
          </a:p>
          <a:p>
            <a:pPr marL="114300" indent="0">
              <a:buNone/>
            </a:pP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Dynamic quiz interface with Material-UI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Responsive design (Grid/Flexbox)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Form validation &amp; error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303655"/>
            <a:ext cx="10515600" cy="48736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API Structure</a:t>
            </a:r>
          </a:p>
          <a:p>
            <a:pPr marL="114300" indent="0">
              <a:buNone/>
            </a:pPr>
            <a:r>
              <a:rPr lang="en-US" alt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Endpoints: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en-US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/auth/login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en-US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/quiz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DELETE /</a:t>
            </a:r>
            <a:r>
              <a:rPr lang="en-US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/admin/quiz/:id</a:t>
            </a:r>
          </a:p>
          <a:p>
            <a:pPr marL="114300" indent="0">
              <a:buNone/>
            </a:pP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altLang="en-US" sz="2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Middleware: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JWT authentication</a:t>
            </a:r>
          </a:p>
          <a:p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Role-based access (admin/student)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8C0C-4051-D6EF-371D-863C094FD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318107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Design (MongoDB)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application uses </a:t>
            </a: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store all data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200" dirty="0">
                <a:solidFill>
                  <a:schemeClr val="tx1"/>
                </a:solidFill>
              </a:rPr>
            </a:b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Collections</a:t>
            </a:r>
            <a:r>
              <a:rPr lang="en-US" sz="2200" dirty="0">
                <a:solidFill>
                  <a:schemeClr val="tx1"/>
                </a:solidFill>
                <a:latin typeface="Proxima Nova" panose="020B0604020202020204" charset="0"/>
                <a:cs typeface="Calibri" panose="020F0502020204030204" pitchFamily="34" charset="0"/>
              </a:rPr>
              <a:t>: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91DABA7-08CC-720F-A9CD-4307D21CCE6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51839" y="2249442"/>
            <a:ext cx="4147576" cy="485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 (Admin / Student)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Results Collection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 ID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Quiz ID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Attempt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oxima Nova" panose="020B060402020202020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C6793EA-6B80-F47A-989A-AC1965D7C60D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5139180" y="2334657"/>
            <a:ext cx="2470657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Quiz ID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Quiz Title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Correct Answer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49375-7597-6B2A-D3B4-C3E5972E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792" y="1900351"/>
            <a:ext cx="4185623" cy="576262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Users Collection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2CB84C-D797-7BA3-4355-6169E64D8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2" y="1900351"/>
            <a:ext cx="4185618" cy="576262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Quiz Collection</a:t>
            </a:r>
          </a:p>
        </p:txBody>
      </p:sp>
    </p:spTree>
    <p:extLst>
      <p:ext uri="{BB962C8B-B14F-4D97-AF65-F5344CB8AC3E}">
        <p14:creationId xmlns:p14="http://schemas.microsoft.com/office/powerpoint/2010/main" val="1631087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447675"/>
            <a:ext cx="10515600" cy="5729605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dirty="0"/>
              <a:t>                                          </a:t>
            </a:r>
          </a:p>
          <a:p>
            <a:pPr marL="114300" indent="0">
              <a:buNone/>
            </a:pPr>
            <a:r>
              <a:rPr lang="en-US" altLang="en-US" dirty="0"/>
              <a:t> </a:t>
            </a:r>
            <a:r>
              <a:rPr lang="en-IN" altLang="en-US" dirty="0"/>
              <a:t>                                       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Authentication Flow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 Implementation: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User login → Server generates token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Token stored (local Storage)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Subsequent requests include token in headers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Security: HTTPS, token expiration (5h)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F466-D8E8-94BB-A335-7EAC988C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Working Flow of the Application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4E0ADB-6428-02AE-A454-3028A48DE4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3750" y="1395427"/>
            <a:ext cx="7529370" cy="4600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opens the Quiz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logs in using valid credentials.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verifies authentication using JWT token.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selects a quiz.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Quiz questions are displayed.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selects answers and submits the quiz.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 automatically evaluates answers.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 score is displayed.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 is stored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301002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579120" y="883920"/>
            <a:ext cx="10774680" cy="529336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                                   </a:t>
            </a:r>
            <a:r>
              <a:rPr lang="en-US" sz="3600" b="1" dirty="0"/>
              <a:t> </a:t>
            </a:r>
            <a:r>
              <a:rPr lang="en-US" sz="4000" b="1" dirty="0"/>
              <a:t> 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of the App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User authentication</a:t>
            </a:r>
          </a:p>
          <a:p>
            <a:r>
              <a:rPr lang="en-I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Admin Dashboard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Dynamic quiz Creation</a:t>
            </a:r>
          </a:p>
          <a:p>
            <a:r>
              <a:rPr lang="en-I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Performance Graph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Real-time Leaderboard</a:t>
            </a:r>
          </a:p>
          <a:p>
            <a:r>
              <a:rPr lang="en-I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Quiz Containing at least 10 Question.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Score tracking and result analytics </a:t>
            </a:r>
          </a:p>
          <a:p>
            <a:endParaRPr lang="en-IN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49580" y="410212"/>
            <a:ext cx="6096000" cy="473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       </a:t>
            </a:r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Key Features</a:t>
            </a:r>
            <a:r>
              <a:rPr lang="en-US" altLang="en-US" sz="2400" b="1" dirty="0">
                <a:solidFill>
                  <a:srgbClr val="FF0000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: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336971" y="1178561"/>
            <a:ext cx="6353514" cy="829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 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User authentication (JWT</a:t>
            </a:r>
            <a:r>
              <a:rPr lang="en-US" altLang="en-US" sz="2400" dirty="0">
                <a:solidFill>
                  <a:schemeClr val="tx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rPr>
              <a:t>)</a:t>
            </a:r>
          </a:p>
        </p:txBody>
      </p:sp>
      <p:pic>
        <p:nvPicPr>
          <p:cNvPr id="8" name="Picture 7" descr="Screenshot 2025-04-10 1337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71" y="1556385"/>
            <a:ext cx="4471374" cy="4824730"/>
          </a:xfrm>
          <a:prstGeom prst="rect">
            <a:avLst/>
          </a:prstGeom>
        </p:spPr>
      </p:pic>
      <p:pic>
        <p:nvPicPr>
          <p:cNvPr id="9" name="Picture 8" descr="Screenshot 2025-04-10 134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985" y="1556385"/>
            <a:ext cx="3945255" cy="52254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715010" y="617855"/>
            <a:ext cx="2644140" cy="426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N" altLang="en-US" sz="1800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1651" y="1473201"/>
            <a:ext cx="11128349" cy="46634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99745" y="470216"/>
            <a:ext cx="6096000" cy="502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Key Features: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030" y="1125219"/>
            <a:ext cx="4142145" cy="502286"/>
          </a:xfrm>
        </p:spPr>
        <p:txBody>
          <a:bodyPr/>
          <a:lstStyle/>
          <a:p>
            <a:r>
              <a:rPr lang="en-IN" altLang="en-US" sz="1800" b="1" dirty="0"/>
              <a:t> </a:t>
            </a:r>
            <a:r>
              <a:rPr lang="en-IN" alt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1975" y="1576398"/>
            <a:ext cx="4692546" cy="4739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1" y="1567775"/>
            <a:ext cx="5154970" cy="4546713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66775" y="542290"/>
            <a:ext cx="6096000" cy="502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Key Features: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819785"/>
            <a:ext cx="4244975" cy="617855"/>
          </a:xfrm>
        </p:spPr>
        <p:txBody>
          <a:bodyPr>
            <a:normAutofit/>
          </a:bodyPr>
          <a:lstStyle/>
          <a:p>
            <a:r>
              <a:rPr lang="en-I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History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9715" y="1765617"/>
            <a:ext cx="3566160" cy="3326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70976" y="1621154"/>
            <a:ext cx="7556509" cy="33267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238760"/>
            <a:ext cx="10515600" cy="5938520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dirty="0"/>
              <a:t>                                        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</a:p>
          <a:p>
            <a:pPr marL="114300" indent="0"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>
                <a:solidFill>
                  <a:srgbClr val="FF0000"/>
                </a:solidFill>
              </a:rPr>
              <a:t>       </a:t>
            </a:r>
            <a:r>
              <a:rPr lang="en-IN" altLang="en-US" dirty="0">
                <a:solidFill>
                  <a:srgbClr val="FF0000"/>
                </a:solidFill>
                <a:latin typeface="Proxima Nova" panose="020B0604020202020204" charset="0"/>
                <a:cs typeface="Calibri" panose="020F0502020204030204" pitchFamily="34" charset="0"/>
              </a:rPr>
              <a:t>                           </a:t>
            </a:r>
            <a:r>
              <a:rPr lang="en-US" altLang="en-US" sz="4000" dirty="0">
                <a:solidFill>
                  <a:srgbClr val="FF0000"/>
                </a:solidFill>
                <a:latin typeface="Proxima Nova" panose="020B0604020202020204" charset="0"/>
                <a:cs typeface="Calibri" panose="020F0502020204030204" pitchFamily="34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Features</a:t>
            </a:r>
          </a:p>
          <a:p>
            <a:pPr marL="114300" indent="0">
              <a:buNone/>
            </a:pPr>
            <a:endParaRPr lang="en-US" altLang="en-US" sz="4000" dirty="0">
              <a:latin typeface="Proxima Nova" panose="020B060402020202020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 Management: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Create/edit/delete quizzes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results dashboard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94970" y="151511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Quiz creation &amp; management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endParaRPr lang="en-US" altLang="en-US" sz="2400" b="0" i="0" u="none" strike="noStrike" cap="none" dirty="0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None/>
            </a:pPr>
            <a:endParaRPr lang="en-US" altLang="en-US" sz="2400" dirty="0">
              <a:solidFill>
                <a:schemeClr val="tx1"/>
              </a:solidFill>
              <a:latin typeface="Proxima Nova" panose="02000506030000020004"/>
              <a:ea typeface="Proxima Nova" panose="02000506030000020004"/>
              <a:cs typeface="Proxima Nova" panose="02000506030000020004"/>
              <a:sym typeface="Proxima Nova" panose="020005060300000200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6536" y="2255521"/>
            <a:ext cx="7177074" cy="20726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94970" y="771525"/>
            <a:ext cx="60960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Key Features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Proxima Nova" panose="02000506030000020004"/>
                <a:cs typeface="Arial" panose="020B0604020202020204" pitchFamily="34" charset="0"/>
                <a:sym typeface="Proxima Nova" panose="02000506030000020004"/>
              </a:rPr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9404" y="2023110"/>
            <a:ext cx="4109720" cy="40017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9629" y="1168400"/>
            <a:ext cx="5319332" cy="874395"/>
          </a:xfrm>
        </p:spPr>
        <p:txBody>
          <a:bodyPr/>
          <a:lstStyle/>
          <a:p>
            <a:r>
              <a:rPr lang="en-IN" altLang="en-US" sz="1800" b="1" dirty="0">
                <a:latin typeface="+mj-lt"/>
                <a:cs typeface="+mj-lt"/>
              </a:rPr>
              <a:t> </a:t>
            </a:r>
            <a:r>
              <a:rPr lang="en-I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Edit Quiz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9628" y="2031181"/>
            <a:ext cx="5165803" cy="41721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76925" y="2031181"/>
            <a:ext cx="5985447" cy="41224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495431" y="1168400"/>
            <a:ext cx="6096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 sz="22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r>
              <a:rPr lang="en-IN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Admin Dashboard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32B97C-2885-4B69-C0BC-BD590D19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Admin Dashboard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E63443-ED0A-A4B2-69BB-0EC0C034A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F62C2C-EC02-1148-7162-7884F92F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7555" y="1696721"/>
            <a:ext cx="9459566" cy="455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17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FB52-83A8-7BCD-DADC-1D3374A6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6FD110-B542-B513-D2A4-E79B77BF02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3760" y="1558081"/>
            <a:ext cx="6644640" cy="2583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Easy quiz creation and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 result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Reduces manual effort in quiz evaluation.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Centralized database for storing results.</a:t>
            </a:r>
          </a:p>
        </p:txBody>
      </p:sp>
    </p:spTree>
    <p:extLst>
      <p:ext uri="{BB962C8B-B14F-4D97-AF65-F5344CB8AC3E}">
        <p14:creationId xmlns:p14="http://schemas.microsoft.com/office/powerpoint/2010/main" val="1817888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680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                                 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Timer for quizzes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randomization</a:t>
            </a:r>
          </a:p>
          <a:p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 report generation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677-66C9-2522-EEEB-DB961E98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74" y="53848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9DDF7-F629-CB66-0352-A7FF090D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Quiz Application provides an efficient platform for conducting online quizzes.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helps administrators manage quizzes easily and allows students to attempt quizzes and get instant results.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system is built using modern technologies such as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React, Node.js, Express, and MongoDB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making it scalable and secure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74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5ADC-E9C4-FB9D-A773-9ED8F13C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167D-BDC1-0916-5406-BF7261219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nl-NL" sz="2200" b="1" dirty="0">
                <a:latin typeface="Arial" panose="020B0604020202020204" pitchFamily="34" charset="0"/>
                <a:cs typeface="Arial" panose="020B0604020202020204" pitchFamily="34" charset="0"/>
              </a:rPr>
              <a:t>ReactJS </a:t>
            </a:r>
            <a:r>
              <a:rPr lang="nl-NL" sz="2200" dirty="0">
                <a:latin typeface="Arial" panose="020B0604020202020204" pitchFamily="34" charset="0"/>
                <a:cs typeface="Arial" panose="020B0604020202020204" pitchFamily="34" charset="0"/>
              </a:rPr>
              <a:t>– https://reactjs.org/docs/getting-started.html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ExpressJS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https://expressjs.com/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– https://www.mongodb.com/docs/ </a:t>
            </a:r>
          </a:p>
          <a:p>
            <a:pPr>
              <a:lnSpc>
                <a:spcPct val="150000"/>
              </a:lnSpc>
            </a:pPr>
            <a:r>
              <a:rPr lang="nl-NL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2200" b="1" dirty="0">
                <a:latin typeface="Arial" panose="020B0604020202020204" pitchFamily="34" charset="0"/>
                <a:cs typeface="Arial" panose="020B0604020202020204" pitchFamily="34" charset="0"/>
              </a:rPr>
              <a:t>Node.js </a:t>
            </a:r>
            <a:r>
              <a:rPr lang="nl-NL" sz="2200" dirty="0">
                <a:latin typeface="Arial" panose="020B0604020202020204" pitchFamily="34" charset="0"/>
                <a:cs typeface="Arial" panose="020B0604020202020204" pitchFamily="34" charset="0"/>
              </a:rPr>
              <a:t>– https://nodejs.org/en/docs/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74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7744D-A8D1-8298-AD92-A1EF3FB4B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59" y="957578"/>
            <a:ext cx="4292601" cy="4292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223</TotalTime>
  <Words>814</Words>
  <Application>Microsoft Office PowerPoint</Application>
  <PresentationFormat>Widescreen</PresentationFormat>
  <Paragraphs>182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Trebuchet MS</vt:lpstr>
      <vt:lpstr>Arial</vt:lpstr>
      <vt:lpstr>OpenSymbol</vt:lpstr>
      <vt:lpstr>Calibri</vt:lpstr>
      <vt:lpstr>Wingdings 3</vt:lpstr>
      <vt:lpstr>Wingdings</vt:lpstr>
      <vt:lpstr>Proxima Nova</vt:lpstr>
      <vt:lpstr>Facet</vt:lpstr>
      <vt:lpstr>Government Engineering College, Gopalganj</vt:lpstr>
      <vt:lpstr>Table of Content</vt:lpstr>
      <vt:lpstr>Introduction </vt:lpstr>
      <vt:lpstr>Quiz App</vt:lpstr>
      <vt:lpstr>PowerPoint Presentation</vt:lpstr>
      <vt:lpstr>Objectives of the Project</vt:lpstr>
      <vt:lpstr>PowerPoint Presentation</vt:lpstr>
      <vt:lpstr>System Modules  The Quiz Application consists of two main modules: </vt:lpstr>
      <vt:lpstr>PowerPoint Presentation</vt:lpstr>
      <vt:lpstr>PowerPoint Presentation</vt:lpstr>
      <vt:lpstr>Database Design (MongoDB)  The application uses MongoDB to store all data.   Main Collections: </vt:lpstr>
      <vt:lpstr>PowerPoint Presentation</vt:lpstr>
      <vt:lpstr>            Working Flow of the Application</vt:lpstr>
      <vt:lpstr>PowerPoint Presentation</vt:lpstr>
      <vt:lpstr>PowerPoint Presentation</vt:lpstr>
      <vt:lpstr>PowerPoint Presentation</vt:lpstr>
      <vt:lpstr> Question </vt:lpstr>
      <vt:lpstr>Results and History </vt:lpstr>
      <vt:lpstr>PowerPoint Presentation</vt:lpstr>
      <vt:lpstr>PowerPoint Presentation</vt:lpstr>
      <vt:lpstr> Admin Edit Quiz</vt:lpstr>
      <vt:lpstr>Admin Dashboard</vt:lpstr>
      <vt:lpstr>Advantages of the System</vt:lpstr>
      <vt:lpstr>PowerPoint Presentation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Gaurav Sharma</cp:lastModifiedBy>
  <cp:revision>23</cp:revision>
  <dcterms:created xsi:type="dcterms:W3CDTF">2023-12-05T07:58:00Z</dcterms:created>
  <dcterms:modified xsi:type="dcterms:W3CDTF">2026-03-08T08:47:00Z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A282E7F2D4DE47B9A979FE793F6BF3E1_12</vt:lpwstr>
  </property>
  <property fmtid="{D5CDD505-2E9C-101B-9397-08002B2CF9AE}" pid="10" name="KSOProductBuildVer">
    <vt:lpwstr>1033-12.2.0.20782</vt:lpwstr>
  </property>
</Properties>
</file>